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Caveat" panose="020B0604020202020204" charset="0"/>
      <p:regular r:id="rId12"/>
      <p:bold r:id="rId13"/>
    </p:embeddedFont>
    <p:embeddedFont>
      <p:font typeface="Open Sans" panose="020B0606030504020204" pitchFamily="34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Black" panose="02000000000000000000" pitchFamily="2" charset="0"/>
      <p:bold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0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f5faab1c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2ef5faab1c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ef5faab1c6_0_59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" name="Google Shape;67;g2ef5faab1c6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778"/>
            <a:ext cx="4572300" cy="34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f5faab1c6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f5faab1c6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ef5faab1c6_0_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ef5faab1c6_0_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f5faab1c6_0_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ef5faab1c6_0_5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f5faab1c6_0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ef5faab1c6_0_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ef5faab1c6_0_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ef5faab1c6_0_6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ef5faab1c6_0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ef5faab1c6_0_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ef5faab1c6_0_6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ef5faab1c6_0_6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38150" y="1609089"/>
            <a:ext cx="8267700" cy="19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 b="1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88937" y="1603438"/>
            <a:ext cx="8366100" cy="17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5700" b="1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docs.google.com/document/d/1MYNs-7qkSsU3Wkx9joNt-FNnEJU4d3N6Vc9mCeTSRdk/edit?usp=sharing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792125" y="799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d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Case Study - E-Learning</a:t>
            </a:r>
            <a:endParaRPr sz="23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792125" y="1691150"/>
            <a:ext cx="52695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id" sz="45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Implementing SQL: </a:t>
            </a:r>
            <a:endParaRPr sz="450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id" sz="45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TechCorp</a:t>
            </a:r>
            <a:endParaRPr sz="4500" b="0" i="0" u="none" strike="noStrike" cap="non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792125" y="3812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d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Owner: </a:t>
            </a:r>
            <a:r>
              <a:rPr lang="id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Iqbal Fajari</a:t>
            </a:r>
            <a:endParaRPr sz="23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92125" y="441275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d" sz="1400" b="0" i="0" u="none" strike="noStrike" cap="none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Build your skill and portfolio via myskill.id/bootcamp </a:t>
            </a:r>
            <a:endParaRPr sz="1400" b="0" i="0" u="none" strike="noStrike" cap="none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5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70" name="Google Shape;70;p15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" name="Google Shape;73;p15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74" name="Google Shape;74;p15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15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225" y="1656851"/>
            <a:ext cx="2797700" cy="223906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2930925" y="1272800"/>
            <a:ext cx="5717100" cy="3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TechCorp adalah perusahaan e-commerce yang berfokus pada penjualan produk elektronik seperti laptop, smartphone, dan aksesoris. TechCorp juga menyediakan layanan dukungan pelanggan untuk membantu pelanggan dengan masalah teknis dan pertanyaan mengenai produk yang dijual.  </a:t>
            </a:r>
            <a:endParaRPr sz="15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Sebagai seorang Data Analyst di Perusahaan ini, kamu ditugaskan untuk menganalisis beberapa data untuk keperluan laporan keuangan dan analisis performa bisnis.</a:t>
            </a:r>
            <a:endParaRPr sz="15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d" sz="1500" b="1">
                <a:latin typeface="Roboto"/>
                <a:ea typeface="Roboto"/>
                <a:cs typeface="Roboto"/>
                <a:sym typeface="Roboto"/>
              </a:rPr>
              <a:t>Data Input for Tables :</a:t>
            </a:r>
            <a:r>
              <a:rPr lang="id" sz="15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id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Download disini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8500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1. Identifikasi 3 pelanggan teratas berdasarkan total nominal pesanan!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3" name="Google Shape;93;p16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94" name="Google Shape;94;p16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" name="Google Shape;97;p16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98" name="Google Shape;98;p16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6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16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08" name="Google Shape;10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1958475" y="2165225"/>
            <a:ext cx="5358600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6000" b="1" dirty="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6000" b="1" dirty="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b="1" dirty="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Lampirkan jawaban kamu disini</a:t>
            </a:r>
            <a:endParaRPr b="1" dirty="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ACB92B-9AED-41A5-995C-FFBAAC738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007" y="2677430"/>
            <a:ext cx="4819205" cy="13720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8500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2. Temukan rata-rata nominal pesanan untuk setiap pelanggan!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6" name="Google Shape;116;p17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117" name="Google Shape;117;p17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17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121" name="Google Shape;121;p17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" name="Google Shape;130;p17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31" name="Google Shape;13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1958475" y="2165225"/>
            <a:ext cx="5358600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6000" b="1" dirty="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6000" b="1" dirty="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b="1" dirty="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Lampirkan jawaban kamu disini</a:t>
            </a:r>
            <a:endParaRPr b="1" dirty="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6DEF63-D635-4319-906F-F8D1DA6FB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882" y="2308464"/>
            <a:ext cx="4178236" cy="19896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8500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 Temukan semua karyawan yang telah menyelesaikan lebih dari 4 tiket support!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140" name="Google Shape;140;p18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18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144" name="Google Shape;144;p18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p18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1958475" y="2165225"/>
            <a:ext cx="5358600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6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6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Lampirkan jawaban kamu disini</a:t>
            </a:r>
            <a:endParaRPr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7E4BB1-70FB-44C1-8DAB-B5DD0C43B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7255" y="2820165"/>
            <a:ext cx="5108270" cy="9661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8500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4. Temukan semua produk yang belum pernah dipesan!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2" name="Google Shape;162;p19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163" name="Google Shape;163;p19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9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19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167" name="Google Shape;167;p19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19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77" name="Google Shape;17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1958475" y="2165225"/>
            <a:ext cx="5358600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6000" b="1" dirty="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6000" b="1" dirty="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b="1" dirty="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Lampirkan jawaban kamu disini</a:t>
            </a:r>
            <a:endParaRPr b="1" dirty="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7321C3-1B2A-467C-94E9-E3240AD50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455" y="2595014"/>
            <a:ext cx="4522639" cy="14003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8500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5. Hitung total pendapatan yang dihasilkan dari penjualan produk!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5" name="Google Shape;185;p20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186" name="Google Shape;186;p20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p20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190" name="Google Shape;190;p20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p20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1958475" y="2165225"/>
            <a:ext cx="5358600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6000" b="1" dirty="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6000" b="1" dirty="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b="1" dirty="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Lampirkan jawaban kamu disini</a:t>
            </a:r>
            <a:endParaRPr b="1" dirty="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47519E-7E5B-480A-B70B-C7A26060F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4279" y="2678615"/>
            <a:ext cx="4195442" cy="12921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8500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6. Temukan harga rata-rata produk untuk setiap kategori dan temukan kategori dengan harga rata-rata lebih dari $500!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8" name="Google Shape;208;p21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209" name="Google Shape;209;p21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1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1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21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213" name="Google Shape;213;p21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1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1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1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1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1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p21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23" name="Google Shape;22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1958475" y="2165225"/>
            <a:ext cx="5358600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6000" b="1" dirty="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6000" b="1" dirty="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b="1" dirty="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Lampirkan jawaban kamu disini</a:t>
            </a:r>
            <a:endParaRPr b="1" dirty="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BCA6C1-76DD-48F8-B365-9DF1EEF83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6634" y="3560298"/>
            <a:ext cx="4267861" cy="15063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4CD487-D357-447B-9988-69B35B95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6053" y="1856431"/>
            <a:ext cx="4397677" cy="16408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6658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7. Temukan pelanggan yang telah membuat setidaknya satu pesanan dengan total jumlah lebih dari $1000!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31" name="Google Shape;231;p22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232" name="Google Shape;232;p2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22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236" name="Google Shape;236;p2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5" name="Google Shape;245;p22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46" name="Google Shape;24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1958475" y="2165225"/>
            <a:ext cx="5358600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6000" b="1" dirty="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6000" b="1" dirty="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b="1" dirty="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Lampirkan jawaban kamu disini</a:t>
            </a:r>
            <a:endParaRPr b="1" dirty="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E98BAF-8D4F-4862-A407-148222F16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8475" y="2958353"/>
            <a:ext cx="5446740" cy="8520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283</Words>
  <Application>Microsoft Office PowerPoint</Application>
  <PresentationFormat>On-screen Show (16:9)</PresentationFormat>
  <Paragraphs>53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Roboto</vt:lpstr>
      <vt:lpstr>Open Sans</vt:lpstr>
      <vt:lpstr>Caveat</vt:lpstr>
      <vt:lpstr>Roboto Black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Tommy Ketaren</cp:lastModifiedBy>
  <cp:revision>4</cp:revision>
  <dcterms:modified xsi:type="dcterms:W3CDTF">2026-01-30T20:50:44Z</dcterms:modified>
</cp:coreProperties>
</file>